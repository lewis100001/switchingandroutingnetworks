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de Amangele" userId="ec722f2d-2290-4151-9f3c-3e9ea6f34f64" providerId="ADAL" clId="{A57FC2BD-27FC-4EE9-AC68-2826ACDED6CB}"/>
    <pc:docChg chg="modSld">
      <pc:chgData name="Bode Amangele" userId="ec722f2d-2290-4151-9f3c-3e9ea6f34f64" providerId="ADAL" clId="{A57FC2BD-27FC-4EE9-AC68-2826ACDED6CB}" dt="2024-04-25T08:00:28.970" v="0" actId="1076"/>
      <pc:docMkLst>
        <pc:docMk/>
      </pc:docMkLst>
      <pc:sldChg chg="modSp mod">
        <pc:chgData name="Bode Amangele" userId="ec722f2d-2290-4151-9f3c-3e9ea6f34f64" providerId="ADAL" clId="{A57FC2BD-27FC-4EE9-AC68-2826ACDED6CB}" dt="2024-04-25T08:00:28.970" v="0" actId="1076"/>
        <pc:sldMkLst>
          <pc:docMk/>
          <pc:sldMk cId="976288442" sldId="256"/>
        </pc:sldMkLst>
        <pc:picChg chg="mod">
          <ac:chgData name="Bode Amangele" userId="ec722f2d-2290-4151-9f3c-3e9ea6f34f64" providerId="ADAL" clId="{A57FC2BD-27FC-4EE9-AC68-2826ACDED6CB}" dt="2024-04-25T08:00:28.970" v="0" actId="1076"/>
          <ac:picMkLst>
            <pc:docMk/>
            <pc:sldMk cId="976288442" sldId="256"/>
            <ac:picMk id="5" creationId="{6C0BADA9-FD0A-73B3-34DE-AEED00BE71D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B86CA-0790-685E-8294-1CBAC8AF7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41B804-6208-B5EE-7338-00FE325B9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9857F-AFF8-1B9F-DC0C-EABF96A4A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D2AE1-5698-4E10-A8D6-94203AFB8515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E214B-5E35-9972-98B5-223DF4C56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05E36-E6C4-5444-F843-697EEC1F3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BB79-B343-48A1-BC14-34A9D84E33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71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692E2-CAC3-D313-1E40-835B38B63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B39D9-8CD3-7C9F-5773-E30DAF08B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37D78-E47D-E6F4-640F-9F3845F3E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D2AE1-5698-4E10-A8D6-94203AFB8515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823A8-8061-4BB5-0163-F3AFC7434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DDA3D-2E8D-49EC-FFC2-A211FC3B7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BB79-B343-48A1-BC14-34A9D84E33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2331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9873-EA71-7B71-BDC5-A1BCE1010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79089-DBE8-13CF-448D-C034A0773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1925C-10F8-A5C0-3C9D-07649DFD3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D2AE1-5698-4E10-A8D6-94203AFB8515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344AD-A12B-14FE-FB63-BDD8A875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57FFF-9C37-A4C1-173F-2FCB4D7EE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BB79-B343-48A1-BC14-34A9D84E33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346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C3AB8-02B7-EF29-E7DB-CC885D87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AA271-E0CE-D153-3E48-605E638982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253F3-B795-E67F-FC0E-854B1D8E8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9C85A-6722-22D0-4FD3-B1686444F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D2AE1-5698-4E10-A8D6-94203AFB8515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1214D-F489-1D07-C8EF-CFEE52D94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D80A8-B481-4583-CBCA-2A3C9F998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BB79-B343-48A1-BC14-34A9D84E33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450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993F5-DF3D-9A4C-5118-0655E6364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6BAB1-FEF6-FFF7-3991-1DF1C1DD5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3E6D8-5FB8-3A50-EF15-DCEA632BE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F82CC0-EBB1-E101-937C-390BAA67B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B12F8A-6C1C-8956-34C9-46A487362C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192A08-1C5F-3840-BFC6-029D78685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D2AE1-5698-4E10-A8D6-94203AFB8515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45E699-88EF-388A-AB12-C7A29F1AD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E18603-D0B9-9102-1243-9B0BA53BB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BB79-B343-48A1-BC14-34A9D84E33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4618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58F86-596E-77C9-B1E7-888EA34CB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E5EF8A-827A-67C6-95BA-DC8781BBE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D2AE1-5698-4E10-A8D6-94203AFB8515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D66DF-6883-425E-A290-2169198B9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C66B06-93AD-2F9F-61AC-542F42F53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BB79-B343-48A1-BC14-34A9D84E33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822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77F889-6FB7-CCAA-446C-6DD70E5D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D2AE1-5698-4E10-A8D6-94203AFB8515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EFAAD5-DEB0-35D7-E298-E6FB11FEA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DE711-AB97-1AD4-7C78-EB41580E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BB79-B343-48A1-BC14-34A9D84E33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7848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72C7D-490B-AC7A-D9F2-3523461AA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63FF0-E418-6C99-3DC9-0D498F627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2C6D12-5929-5392-BE37-779ADB626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1FC08-EA82-BDF3-C6ED-B3B580F8A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D2AE1-5698-4E10-A8D6-94203AFB8515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B5304C-66BF-47C8-8CDA-BD3B60BDC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30FF6-E78C-5E83-9E2A-A69F585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BB79-B343-48A1-BC14-34A9D84E33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0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35134-A4FF-E64A-8C5B-EF8BC6E1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4C2610-6329-93A4-A14A-7B8DAA0763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9D3719-52A7-8E87-53AD-DCEBE9DCC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21875-382E-813F-CCFB-2B00C5BA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D2AE1-5698-4E10-A8D6-94203AFB8515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6F216-3406-A722-0EF7-89089EFA9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F8726-E055-D05B-4ADC-3EAA6A4B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BB79-B343-48A1-BC14-34A9D84E33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28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72C78-F8CC-95CC-85B2-D6D67F421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CBB56C-C09C-5CDE-E160-73BE04D80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56220-2092-816B-2B21-B0B0F7D67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D2AE1-5698-4E10-A8D6-94203AFB8515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01CD3-1356-7139-A6E7-D897CBAEA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3711B-2E53-F8B4-F2E9-E043F91B2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BB79-B343-48A1-BC14-34A9D84E33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8526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D8CDA9-D6F8-A5C5-DFD6-BCFA6A384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FF272-CD87-ED14-CA3B-19AF1DBD0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04A45-A4C8-7E11-3F94-44DD55EEF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D2AE1-5698-4E10-A8D6-94203AFB8515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06AF2-7312-A88D-6B99-38F43CC34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95287-9A08-DD93-B199-D4AF8E461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BB79-B343-48A1-BC14-34A9D84E33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760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51A121-A280-B245-EAC6-6D7635383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214AB-44AF-C700-D408-DEF940994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8149A-6825-D24E-E8E4-9F336E6117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D2AE1-5698-4E10-A8D6-94203AFB8515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1BC88-D735-9CC1-6A27-47562E80DF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86423-56BA-109D-6454-7BD6647C9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DBB79-B343-48A1-BC14-34A9D84E33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77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0BADA9-FD0A-73B3-34DE-AEED00BE7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" y="685800"/>
            <a:ext cx="11808211" cy="5486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0364AF-D4F3-066B-8985-370F39FEFBF6}"/>
              </a:ext>
            </a:extLst>
          </p:cNvPr>
          <p:cNvSpPr txBox="1"/>
          <p:nvPr/>
        </p:nvSpPr>
        <p:spPr>
          <a:xfrm>
            <a:off x="1685122" y="55984"/>
            <a:ext cx="7615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16.3.2 Lab - Troubleshoot IPv4 and IPv6 Static and Default Routes - ILM</a:t>
            </a:r>
          </a:p>
        </p:txBody>
      </p:sp>
    </p:spTree>
    <p:extLst>
      <p:ext uri="{BB962C8B-B14F-4D97-AF65-F5344CB8AC3E}">
        <p14:creationId xmlns:p14="http://schemas.microsoft.com/office/powerpoint/2010/main" val="976288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13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Bode Amangele</dc:creator>
  <cp:lastModifiedBy>Bode Amangele</cp:lastModifiedBy>
  <cp:revision>2</cp:revision>
  <dcterms:created xsi:type="dcterms:W3CDTF">2023-07-10T04:57:33Z</dcterms:created>
  <dcterms:modified xsi:type="dcterms:W3CDTF">2024-04-25T08:00:37Z</dcterms:modified>
</cp:coreProperties>
</file>